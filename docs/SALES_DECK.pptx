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- 30 секунд интро. Не углубляться в технику.
- Главное messaging: "co-team, не co-pilot". Если аудитория не уловила различие — остановись и переформулируй.
- Если демо-аудитория: открой gotcode.ai/demos в фоне до старта, на 4-й слайде покажешь живой граф.
- Если эфир C-level: подчеркни "audit trail" и "automated QA" — эти слова им резонируют.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Цель слайда: вызвать «да, я с этим сталкивался».
- Спроси аудиторию: "Кто-нибудь делал code review кода от LLM? Сколько раз пропускали баг?"
- Не нападай на конкурентов поименно. Скажи "современные инструменты" обобщённо.
- Время: 45 сек.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Этот слайд — мост. Не зачитывай буллеты, перескажи.
- "В реальной разработке мы знаем что одна голова — хорошо, а семь — лучше. И мы это формализуем: pair-prog, QA-роль, архитектурный review. AI-разработка пока работает в парадигме одной головы."
- Время: 30 сек.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Главный слайд: задержись на 60-90 сек.
- Покажи path спецификации сверху вниз. "Coders НЕ говорят друг с другом — они работают изолированно. Это намеренно: ансамбль разных мнений."
- "Testers тоже изолированы. И они проверяют ВСЕ версии coders, а не только одну."
- "Если на этой итерации остались критические issues — цикл повторяется. Если нет — Finalizer выбирает winner."
- На вопрос "а Enhancement обязательна?" — НЕТ. Останавливается на awaiting_enhancement, юзер сам решает.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Идеальное место для LIVE DEMO.
- Открой stage.gotcode.ai/demos → Mandelbulb → нажми Play. Покажи граф 30 секунд.
- "Видите эти streaming-нити на нодах Coder 1 и Coder 2? Это два LLM генерируют код в параллель."
- "Через минуту они закончат, Testers начнут аудит. Вы увидите как обнаружится баг."
- Если демо ломается — переключись на pre-recorded `/demo/mandelbulb`. Это твоя страховка.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Если аудитория техничная — поясни различие с MoE одной фразой:
  "MoE выбирает токены из роутера на уровне форварда. Здесь — целые архитектурные решения, скомпилированные разными моделями. Finalizer — это semantic-level mixer."
- Если бизнес-аудитория: "Это как нанять трёх разных подрядчиков и взять лучшее, только за минуты вместо месяцев."
- Время: 60 сек. Этот слайд — ключевой differentiator.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Сильный момент для enterprise: "Когда нанимаете подрядчика — вы платите за код И за QA. У нас QA встроена."
- Если возражение "А вдруг агент пропустит баг?" — да, бывает. Но это происходит реже чем у single-model. И audit trail позволяет докрутить: посмотреть что Tester пропустил, поправить prompt.
- Не обещай perfect code — обещай "проверенный артефакт с честным аудитом".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Сильный для marketing/sales: "Покажите заказчику живую сессию замысла, без mockup'ов — это убедительнее любого Figma-pitch'а."
- Demo-режим — это ПРОДУКТ внутри ПРОДУКТА. Можно показывать pre-recorded sessions, никого не нагружая реальной LLM-стоимостью.
- Use case: онбординг новых юзеров через "watch how it works first".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Если время позволяет — открой ОДИН из них в браузере и нажми Play в demo player.
- Mandelbulb — самый эффектный визуально. Game of Life — самый понятный для нетехнической аудитории.
- "Каждое — это 3 минуты реальной LLM-генерации. То что вы видите — это не предрасчёт, это запись настоящего multi-agent run'а."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Не пытайся «продать всё». Этот слайд — фильтр.
- Если аудитория делает enterprise-monorepo edits — честно скажи "это не для вас, используйте Cursor".
- Лучшая фраза: "Если задача формулируется в одном предложении и результат — single-page, мы оптимальны. Если в трёх предложениях и multi-file — мы не оптимальны."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Этот слайд снимает defensiveness. Аудитория ожидает "мы заменим всё" — мы говорим "нет".
- Это БОЛЬШОЙ trust-signal для technical buyer'ов.
- "Мы не пытаемся быть Cursor. Мы пытаемся быть тем, чем Cursor не является."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Не озвучивай каждую клетку. Скажи: "Мы лидируем в строках где multi-agent / multi-model / built-in QA / live viz / replay. Мы НЕ для existing codebase — там у конкурентов преимущество."
- Если спросят про конкретный конкурент — будь конкретен и уважителен. Никогда не говори "X плохой". Говори "X решает другую задачу".
- Время: 90 сек, важный слайд.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Этот слайд — для аудитории "у нас уже есть Cursor". Он снимает страх "купить и не использовать".
- "Мы не просим вас отказаться от Cursor. Мы просим использовать нас там, где Cursor тратит часы — а мы решаем за минуты."
- Hybrid — самый частый реальный сценарий внедрения в команды.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Самое острое возражение: "Это дорого". Будь готов к нему.
- Контр-аргумент: "Час старшего инженера = $80-150. Если CodeForge экономит даже 30 минут supervision на task — мы окупаемся."
- ROI расчёт: $1.50 на CodeForge + 5 минут review = $1.50 + $12 = $13.50.
  Cursor $0.50 + 30 минут review = $0.50 + $75 = $75.50.
  Multi-agent окупается за счёт меньшей supervision'ной нагрузки.
- Если аудитория hobbyist — этот слайд можно пропустить за 10 сек.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Slide для technical buyer'ов и DevOps. Skip если аудитория business.
- Подчеркни: "Backend не lock-in на одного провайдера. Если завтра появится новая модель — мы её добавляем за день."
- Open-source roadmap (Q4): self-host версия с локальными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Compliance-аудитория: "Каждый LLM-call залогирован. Каждый промпт сохранён. Каждый артефакт хеширован."
- "Если завтра вас спросят 'почему этот код производит X' — у вас есть полная trail отвечающих агентов."
- Hot topic для finance/health/legal: provenance важна.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Дай аудитории cheat-sheet "куда сходить когда". Это полезный takeaway.
- Подчеркни: "Этот tree — наш честный фреймворк. Мы не на каждой ветке."
- Скриншот этого слайда — отличный share-asset для Twitter/LinkedIn.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Roadmap — это для serious buyer'ов. Покажи коммитмент.
- Если спросят про Q3 2026+ — скажи "обсудим в личной встрече, есть несколько partnership-направлений".
- Custom agent roles — фича для enterprise. Пример: "финтех-клиент имеет роль Compliance-agent, который проверяет код на regex'ы паттернов credit card / SSN."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Этот слайд — CTA. Не растекайся.
- Один из трёх: либо "посмотри demo сейчас", либо "запиши свою первую сессию", либо "приходи на 1-on-1 demo".
- Прямой призыв: "Открой gotcode.ai/demos прямо сейчас на телефоне — 30 секунд, вы увидите Mandelbulb."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CodeForge</dc:title>
  <dc:subject>PptxGenJS Presentation</dc:subject>
  <dc:creator>Created by Marp</dc:creator>
  <cp:lastModifiedBy>Created by Marp</cp:lastModifiedBy>
  <cp:revision>1</cp:revision>
  <dcterms:created xsi:type="dcterms:W3CDTF">2026-05-18T19:40:45Z</dcterms:created>
  <dcterms:modified xsi:type="dcterms:W3CDTF">2026-05-18T19:40:45Z</dcterms:modified>
</cp:coreProperties>
</file>